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67" r:id="rId5"/>
    <p:sldId id="269" r:id="rId6"/>
    <p:sldId id="268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70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1267" y="10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43BF74-6619-CEA5-CFDA-1151B5F185D5}"/>
              </a:ext>
            </a:extLst>
          </p:cNvPr>
          <p:cNvSpPr txBox="1"/>
          <p:nvPr/>
        </p:nvSpPr>
        <p:spPr>
          <a:xfrm>
            <a:off x="4318000" y="838200"/>
            <a:ext cx="6781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Top 10 Rows in Given Data Set Uncleaned </a:t>
            </a:r>
            <a:endParaRPr lang="en-IN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121031-2490-5A31-D3A9-D32CA2010D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2369628"/>
            <a:ext cx="15240000" cy="639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65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EBD619B-3607-67E5-8C33-53B7DCF98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0400" y="1524000"/>
            <a:ext cx="6172200" cy="5867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C13E674-180D-8DC1-A5D5-07D909FFB4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2400" y="1447800"/>
            <a:ext cx="6172200" cy="601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984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A42B69-2CA6-CED3-300C-6059B846B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00" y="2377250"/>
            <a:ext cx="15773400" cy="60809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B19A5AE-39BE-CD11-211E-3C1132EF878F}"/>
              </a:ext>
            </a:extLst>
          </p:cNvPr>
          <p:cNvSpPr txBox="1"/>
          <p:nvPr/>
        </p:nvSpPr>
        <p:spPr>
          <a:xfrm>
            <a:off x="4241800" y="1295400"/>
            <a:ext cx="4648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Dataset After Cleaning</a:t>
            </a:r>
          </a:p>
        </p:txBody>
      </p:sp>
    </p:spTree>
    <p:extLst>
      <p:ext uri="{BB962C8B-B14F-4D97-AF65-F5344CB8AC3E}">
        <p14:creationId xmlns:p14="http://schemas.microsoft.com/office/powerpoint/2010/main" val="1970270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412392-81BF-0494-4526-A62837033D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1400" y="1676400"/>
            <a:ext cx="5547709" cy="51133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C648B19-3C92-AED2-3E59-584DA59E41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530" y="1676400"/>
            <a:ext cx="5875351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797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4CC058-B029-9FE6-5035-60AE5360E0AF}"/>
              </a:ext>
            </a:extLst>
          </p:cNvPr>
          <p:cNvSpPr txBox="1"/>
          <p:nvPr/>
        </p:nvSpPr>
        <p:spPr>
          <a:xfrm>
            <a:off x="5994400" y="3429000"/>
            <a:ext cx="63246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/>
              <a:t>Thank</a:t>
            </a:r>
            <a:r>
              <a:rPr lang="en-US" sz="6600" dirty="0"/>
              <a:t> </a:t>
            </a:r>
            <a:r>
              <a:rPr lang="en-US" sz="6000" dirty="0"/>
              <a:t>You</a:t>
            </a:r>
            <a:endParaRPr lang="en-IN" sz="6600" dirty="0"/>
          </a:p>
        </p:txBody>
      </p:sp>
    </p:spTree>
    <p:extLst>
      <p:ext uri="{BB962C8B-B14F-4D97-AF65-F5344CB8AC3E}">
        <p14:creationId xmlns:p14="http://schemas.microsoft.com/office/powerpoint/2010/main" val="1323486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13</Words>
  <Application>Microsoft Office PowerPoint</Application>
  <PresentationFormat>Custom</PresentationFormat>
  <Paragraphs>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Atharv Suryavanshi</cp:lastModifiedBy>
  <cp:revision>2</cp:revision>
  <dcterms:created xsi:type="dcterms:W3CDTF">2006-08-16T00:00:00Z</dcterms:created>
  <dcterms:modified xsi:type="dcterms:W3CDTF">2026-06-26T05:04:05Z</dcterms:modified>
</cp:coreProperties>
</file>