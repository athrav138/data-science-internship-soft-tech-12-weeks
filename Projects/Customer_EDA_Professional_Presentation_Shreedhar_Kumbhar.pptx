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Demographic &amp; Financial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Data Analysis Report</a:t>
            </a:r>
          </a:p>
          <a:p>
            <a:r>
              <a:t>Created by: Shreedhar Kumbhar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Objective:</a:t>
            </a:r>
          </a:p>
          <a:p>
            <a:pPr>
              <a:defRPr sz="2000"/>
            </a:pPr>
            <a:r>
              <a:t>Analyze customer demographic, financial, and credit-related data using exploratory data analysis (EDA).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Dataset Summary:</a:t>
            </a:r>
          </a:p>
          <a:p>
            <a:pPr>
              <a:defRPr sz="2000"/>
            </a:pPr>
            <a:r>
              <a:t>• Total Records: 50000</a:t>
            </a:r>
          </a:p>
          <a:p>
            <a:pPr>
              <a:defRPr sz="2000"/>
            </a:pPr>
            <a:r>
              <a:t>• Key Variables: Age, Annual Income, Credit Score, Occupation.</a:t>
            </a:r>
          </a:p>
          <a:p>
            <a:pPr>
              <a:defRPr sz="2000"/>
            </a:pPr>
            <a:r>
              <a:t>• Techniques: Histograms, Scatter Plot, Distribution Analysis.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Business Goal:</a:t>
            </a:r>
          </a:p>
          <a:p>
            <a:pPr>
              <a:defRPr sz="2000"/>
            </a:pPr>
            <a:r>
              <a:t>Understand customer characteristics and identify patterns useful for banking, finance, and credit risk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Age Distribution</a:t>
            </a:r>
          </a:p>
        </p:txBody>
      </p:sp>
      <p:pic>
        <p:nvPicPr>
          <p:cNvPr id="3" name="Picture 2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6400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22960"/>
            <a:ext cx="48463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Majority of customers are between 25 and 45 years.</a:t>
            </a:r>
          </a:p>
          <a:p>
            <a:pPr>
              <a:defRPr sz="1800"/>
            </a:pPr>
            <a:r>
              <a:t>• Young adults form the largest customer segment.</a:t>
            </a:r>
          </a:p>
          <a:p>
            <a:pPr>
              <a:defRPr sz="1800"/>
            </a:pPr>
            <a:r>
              <a:t>• Very few customers are above 60 years, indicating an aging population is underrepresented.</a:t>
            </a:r>
          </a:p>
          <a:p>
            <a:pPr>
              <a:defRPr sz="1800"/>
            </a:pPr>
            <a:r>
              <a:t>• Marketing campaigns should focus on working-age professionals.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Annual Income Distribution</a:t>
            </a:r>
          </a:p>
        </p:txBody>
      </p:sp>
      <p:pic>
        <p:nvPicPr>
          <p:cNvPr id="3" name="Picture 2" descr="annual_inco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6400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22960"/>
            <a:ext cx="48463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Income distribution is highly right-skewed.</a:t>
            </a:r>
          </a:p>
          <a:p>
            <a:pPr>
              <a:defRPr sz="1800"/>
            </a:pPr>
            <a:r>
              <a:t>• Most customers earn between $20,000 and $80,000 annually.</a:t>
            </a:r>
          </a:p>
          <a:p>
            <a:pPr>
              <a:defRPr sz="1800"/>
            </a:pPr>
            <a:r>
              <a:t>• A small number of high-income customers create a long tail.</a:t>
            </a:r>
          </a:p>
          <a:p>
            <a:pPr>
              <a:defRPr sz="1800"/>
            </a:pPr>
            <a:r>
              <a:t>• Premium financial products can target these high-income individuals.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Credit Score Distribution</a:t>
            </a:r>
          </a:p>
        </p:txBody>
      </p:sp>
      <p:pic>
        <p:nvPicPr>
          <p:cNvPr id="3" name="Picture 2" descr="credit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6400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22960"/>
            <a:ext cx="48463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Credit scores approximately follow a normal distribution.</a:t>
            </a:r>
          </a:p>
          <a:p>
            <a:pPr>
              <a:defRPr sz="1800"/>
            </a:pPr>
            <a:r>
              <a:t>• Most customers have scores between 600 and 700.</a:t>
            </a:r>
          </a:p>
          <a:p>
            <a:pPr>
              <a:defRPr sz="1800"/>
            </a:pPr>
            <a:r>
              <a:t>• Extremely low and extremely high scores are uncommon.</a:t>
            </a:r>
          </a:p>
          <a:p>
            <a:pPr>
              <a:defRPr sz="1800"/>
            </a:pPr>
            <a:r>
              <a:t>• This indicates a balanced customer credit profile.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Income vs Credit Score</a:t>
            </a:r>
          </a:p>
        </p:txBody>
      </p:sp>
      <p:pic>
        <p:nvPicPr>
          <p:cNvPr id="3" name="Picture 2" descr="income_vs_credit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640080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22960"/>
            <a:ext cx="48463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Weak positive relationship between annual income and credit score.</a:t>
            </a:r>
          </a:p>
          <a:p>
            <a:pPr>
              <a:defRPr sz="1800"/>
            </a:pPr>
            <a:r>
              <a:t>• Higher income alone does not guarantee a better credit score.</a:t>
            </a:r>
          </a:p>
          <a:p>
            <a:pPr>
              <a:defRPr sz="1800"/>
            </a:pPr>
            <a:r>
              <a:t>• Other factors likely influence creditworthiness.</a:t>
            </a:r>
          </a:p>
          <a:p>
            <a:pPr>
              <a:defRPr sz="1800"/>
            </a:pPr>
            <a:r>
              <a:t>• Useful for predictive modeling and customer segmentation.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Occupation Status Distribution</a:t>
            </a:r>
          </a:p>
        </p:txBody>
      </p:sp>
      <p:pic>
        <p:nvPicPr>
          <p:cNvPr id="3" name="Picture 2" descr="occupation_statu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6400800" cy="3733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822960"/>
            <a:ext cx="48463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Employed customers represent the largest segment.</a:t>
            </a:r>
          </a:p>
          <a:p>
            <a:pPr>
              <a:defRPr sz="1800"/>
            </a:pPr>
            <a:r>
              <a:t>• Self-employed customers form a moderate share.</a:t>
            </a:r>
          </a:p>
          <a:p>
            <a:pPr>
              <a:defRPr sz="1800"/>
            </a:pPr>
            <a:r>
              <a:t>• Students represent the smallest customer group.</a:t>
            </a:r>
          </a:p>
          <a:p>
            <a:pPr>
              <a:defRPr sz="1800"/>
            </a:pPr>
            <a:r>
              <a:t>• Employment status can be used for loan eligibility segmentation.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Working-age employed individuals dominate the dataset.</a:t>
            </a:r>
          </a:p>
          <a:p>
            <a:pPr>
              <a:defRPr sz="2000"/>
            </a:pPr>
            <a:r>
              <a:t>2. Income distribution is uneven with a small high-income segment.</a:t>
            </a:r>
          </a:p>
          <a:p>
            <a:pPr>
              <a:defRPr sz="2000"/>
            </a:pPr>
            <a:r>
              <a:t>3. Credit scores are concentrated around average values.</a:t>
            </a:r>
          </a:p>
          <a:p>
            <a:pPr>
              <a:defRPr sz="2000"/>
            </a:pPr>
            <a:r>
              <a:t>4. Income and credit score show only a weak positive relationship.</a:t>
            </a:r>
          </a:p>
          <a:p>
            <a:pPr>
              <a:defRPr sz="2000"/>
            </a:pPr>
            <a:r>
              <a:t>5. Occupation can improve customer segmentation and targeted financial offerings.</a:t>
            </a:r>
          </a:p>
          <a:p>
            <a:pPr>
              <a:defRPr sz="2000"/>
            </a:pPr>
            <a:r>
              <a:t>6. Results support data-driven lending, marketing, and customer profiling.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The exploratory analysis provides valuable insights into customer demographics and financial characteristics.</a:t>
            </a:r>
          </a:p>
          <a:p>
            <a:pPr>
              <a:defRPr sz="2000"/>
            </a:pPr>
            <a:r>
              <a:t>The dataset indicates a stable customer base with moderate credit profiles and varying income levels.</a:t>
            </a:r>
          </a:p>
          <a:p>
            <a:pPr>
              <a:defRPr sz="2000"/>
            </a:pPr>
            <a:r>
              <a:t>These findings can support customer segmentation, loan approval strategies, personalized financial products, and predictive analytics.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Thank You</a:t>
            </a:r>
          </a:p>
          <a:p>
            <a:pPr>
              <a:defRPr sz="2000"/>
            </a:pPr>
            <a:r>
              <a:t>Created by: Shreedhar Kumbhar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