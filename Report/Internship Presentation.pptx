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2"/>
  </p:notesMasterIdLst>
  <p:sldIdLst>
    <p:sldId id="301" r:id="rId2"/>
    <p:sldId id="281" r:id="rId3"/>
    <p:sldId id="292" r:id="rId4"/>
    <p:sldId id="293" r:id="rId5"/>
    <p:sldId id="295" r:id="rId6"/>
    <p:sldId id="296" r:id="rId7"/>
    <p:sldId id="297" r:id="rId8"/>
    <p:sldId id="298" r:id="rId9"/>
    <p:sldId id="299" r:id="rId10"/>
    <p:sldId id="300" r:id="rId11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9733C-605C-21DE-90B4-3D83E27D0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8C9CA7B1-EFAE-7E36-01D5-00CAB8F9B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286EED3F-BC7A-489B-3D75-460BB8BF7D9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D9A5080C-D523-91E5-753D-F8C557920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405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D5765-575B-1D4D-5B63-E4F34D7E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9BD33F36-A38F-1504-0AC8-7E363B92B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4B40DA76-D604-BC24-6A9E-3850181676B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77E3B116-BC77-1228-81A5-DBD97AD656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3059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18BE1-3D3E-8A32-7A4D-5BB1E53F3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FFF09E68-0F39-246A-3DAF-34AD8E5BB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D8563977-B535-AFD4-49B3-F046E1FEDB2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A502F5DF-5061-E110-D9DB-9232F5FE46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190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ECB70-82A7-5A27-C86B-F41BD25DD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8839F334-C404-C871-FDF1-E1DD7D5A9B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4170956C-BAA7-E2E5-C26C-498985DBE24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B30BFA12-2FBD-7F13-6D81-C46D31066F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0972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C5C3A-C04E-622F-1B38-1D7AB0CD8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812D96F7-923A-427F-A56A-4313DA0F4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A08FE3E4-FD47-0ECF-6D84-250DB9905BF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AB11F44A-D3C8-45B3-8B22-04F84BA1D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0133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CDA35-F9DC-DB94-78DF-9E701F3D4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3C613FF4-6645-ACA9-90DF-59EB0F700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4C536694-0E86-09EE-6800-18730C1EF94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9B79310E-6712-0362-5EE4-2D0FE646CC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2260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C15A4-0EC7-B6F5-91F9-DFCEA0850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3B5C2668-CD19-2DAD-E1D4-40E9D6102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42D29902-6773-A785-9476-CA6A3BC40AB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EA750342-BF4B-8A80-9072-541AF4C305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959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41C56-171E-B6B3-65F3-5CD67C31F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5F8204C8-8299-6356-1F3E-DCC7C80E0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DFB16AEE-3FB1-2860-0983-BD3ACE9664B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D9148399-D1D0-5D00-B5D8-DFE57426F6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728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18319-5359-A663-59D8-B59331351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960863C6-462A-4DCF-9B7A-2A0DD958B3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707717C8-4B7E-E903-BEE0-FD6F8B9782F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FC728F37-4A73-74F0-2FAF-B9CF4BD69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601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3A08F-7F52-68A0-A214-C53A5BFB7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13B330C-208D-BAF8-98CC-500625933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" y="6339338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129C56-C7E5-24F7-F331-1566E620726C}"/>
              </a:ext>
            </a:extLst>
          </p:cNvPr>
          <p:cNvSpPr/>
          <p:nvPr/>
        </p:nvSpPr>
        <p:spPr>
          <a:xfrm>
            <a:off x="201168" y="136522"/>
            <a:ext cx="11767312" cy="6584956"/>
          </a:xfrm>
          <a:prstGeom prst="rect">
            <a:avLst/>
          </a:prstGeom>
          <a:noFill/>
          <a:effectLst>
            <a:outerShdw blurRad="40000" dist="23000" dir="5400000" rotWithShape="0">
              <a:srgbClr val="000000">
                <a:alpha val="35000"/>
              </a:srgb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5FBD1-A8A0-1678-7F72-C3919E6A8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</a:t>
            </a:fld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17C60B-B6D4-DF51-4377-C33E2B2F8377}"/>
              </a:ext>
            </a:extLst>
          </p:cNvPr>
          <p:cNvSpPr txBox="1"/>
          <p:nvPr/>
        </p:nvSpPr>
        <p:spPr>
          <a:xfrm>
            <a:off x="2352040" y="257314"/>
            <a:ext cx="76098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hangingPunct="0"/>
            <a:r>
              <a:rPr lang="en-IN" sz="4000" b="1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charset="0"/>
                <a:cs typeface="Times New Roman" panose="02020603050405020304" pitchFamily="18" charset="0"/>
              </a:rPr>
              <a:t>Industrial Training Presentation</a:t>
            </a:r>
          </a:p>
        </p:txBody>
      </p:sp>
      <p:sp>
        <p:nvSpPr>
          <p:cNvPr id="7" name="Subtitle 3">
            <a:extLst>
              <a:ext uri="{FF2B5EF4-FFF2-40B4-BE49-F238E27FC236}">
                <a16:creationId xmlns:a16="http://schemas.microsoft.com/office/drawing/2014/main" id="{8914EFFE-FE99-37D3-C89D-034FFED0351E}"/>
              </a:ext>
            </a:extLst>
          </p:cNvPr>
          <p:cNvSpPr txBox="1">
            <a:spLocks/>
          </p:cNvSpPr>
          <p:nvPr/>
        </p:nvSpPr>
        <p:spPr bwMode="auto">
          <a:xfrm>
            <a:off x="786384" y="1239520"/>
            <a:ext cx="10596880" cy="9184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TradeGothic"/>
                <a:ea typeface="ＭＳ Ｐゴシック" charset="0"/>
                <a:cs typeface="+mn-cs"/>
              </a:defRPr>
            </a:lvl2pPr>
            <a:lvl3pPr marL="1143000" indent="-2286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TradeGothic"/>
                <a:ea typeface="ＭＳ Ｐゴシック" charset="0"/>
                <a:cs typeface="+mn-cs"/>
              </a:defRPr>
            </a:lvl3pPr>
            <a:lvl4pPr marL="1600200" indent="-2286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TradeGothic"/>
                <a:ea typeface="ＭＳ Ｐゴシック" charset="0"/>
                <a:cs typeface="+mn-cs"/>
              </a:defRPr>
            </a:lvl4pPr>
            <a:lvl5pPr marL="2057400" indent="-2286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TradeGothic"/>
                <a:ea typeface="ＭＳ Ｐゴシック" charset="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Industrial Training at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Tech Innovations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F85B2F-29E9-1BF4-48F0-B538245B646B}"/>
              </a:ext>
            </a:extLst>
          </p:cNvPr>
          <p:cNvSpPr txBox="1"/>
          <p:nvPr/>
        </p:nvSpPr>
        <p:spPr>
          <a:xfrm>
            <a:off x="2823464" y="2682597"/>
            <a:ext cx="652271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–</a:t>
            </a:r>
          </a:p>
          <a:p>
            <a:pPr algn="ctr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Atharv Milind Suryavanshi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322A61-B34D-81E3-345E-6327E152B6B6}"/>
              </a:ext>
            </a:extLst>
          </p:cNvPr>
          <p:cNvSpPr txBox="1"/>
          <p:nvPr/>
        </p:nvSpPr>
        <p:spPr>
          <a:xfrm>
            <a:off x="1806448" y="4370168"/>
            <a:ext cx="82651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&amp; Engineering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DKTE Society's Yashwantrao Chavan Polytechnic,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Ichalkaranji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Year: 2026 – 27</a:t>
            </a:r>
          </a:p>
        </p:txBody>
      </p:sp>
    </p:spTree>
    <p:extLst>
      <p:ext uri="{BB962C8B-B14F-4D97-AF65-F5344CB8AC3E}">
        <p14:creationId xmlns:p14="http://schemas.microsoft.com/office/powerpoint/2010/main" val="150183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30480" y="6339338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4BEFF5-1B15-F2B3-B231-563F997146C8}"/>
              </a:ext>
            </a:extLst>
          </p:cNvPr>
          <p:cNvSpPr/>
          <p:nvPr/>
        </p:nvSpPr>
        <p:spPr>
          <a:xfrm>
            <a:off x="201168" y="136522"/>
            <a:ext cx="11767312" cy="6584956"/>
          </a:xfrm>
          <a:prstGeom prst="rect">
            <a:avLst/>
          </a:prstGeom>
          <a:noFill/>
          <a:effectLst>
            <a:outerShdw blurRad="40000" dist="23000" dir="5400000" rotWithShape="0">
              <a:srgbClr val="000000">
                <a:alpha val="35000"/>
              </a:srgb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</a:t>
            </a:fld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258C47-8EF9-1C29-13B2-ED073A75908F}"/>
              </a:ext>
            </a:extLst>
          </p:cNvPr>
          <p:cNvSpPr txBox="1"/>
          <p:nvPr/>
        </p:nvSpPr>
        <p:spPr>
          <a:xfrm>
            <a:off x="2249423" y="129454"/>
            <a:ext cx="735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of the Organization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A869-844B-1740-B55B-14071DE0D638}"/>
              </a:ext>
            </a:extLst>
          </p:cNvPr>
          <p:cNvSpPr txBox="1"/>
          <p:nvPr/>
        </p:nvSpPr>
        <p:spPr>
          <a:xfrm>
            <a:off x="538479" y="1280830"/>
            <a:ext cx="11297921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Established in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2011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Formerly known as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SoftTech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Computer Training Institute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 Office: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Kolhapur, Maharashtra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Branch: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Sangli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(2024)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software training and software development services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Offers industry-oriented technical education through practical learning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Conducts internships, certification courses, workshops, and live projects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Focuses on Data Science, Data Analytics, Python, Power BI, Machine Learning, Web Development, and Generative Ai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030AD-B1FD-ABB1-2506-2F7F03DF7079}"/>
              </a:ext>
            </a:extLst>
          </p:cNvPr>
          <p:cNvSpPr txBox="1"/>
          <p:nvPr/>
        </p:nvSpPr>
        <p:spPr>
          <a:xfrm>
            <a:off x="411480" y="787879"/>
            <a:ext cx="4729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Soft Tech Innovations :-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33678A-75B0-B968-6244-D6F3197AD64A}"/>
              </a:ext>
            </a:extLst>
          </p:cNvPr>
          <p:cNvSpPr txBox="1"/>
          <p:nvPr/>
        </p:nvSpPr>
        <p:spPr>
          <a:xfrm>
            <a:off x="411480" y="4811345"/>
            <a:ext cx="195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Vision :-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7463FE-4650-197C-9383-44971290CDF8}"/>
              </a:ext>
            </a:extLst>
          </p:cNvPr>
          <p:cNvSpPr txBox="1"/>
          <p:nvPr/>
        </p:nvSpPr>
        <p:spPr>
          <a:xfrm>
            <a:off x="643126" y="5378349"/>
            <a:ext cx="114523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practical, industry-oriented, and job-focused technical education while helping learners develop technical skills, confidence, and professional knowledge.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1F7E9A-6896-0438-A55E-9E996A487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2" y="257314"/>
            <a:ext cx="993648" cy="8140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42F4-7D47-978E-79B7-7350B190B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FA3FDF3-A6FF-9D08-C4F5-76C814ABD9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" y="6339338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831268-464E-904D-11DC-34B53B0A2D91}"/>
              </a:ext>
            </a:extLst>
          </p:cNvPr>
          <p:cNvSpPr/>
          <p:nvPr/>
        </p:nvSpPr>
        <p:spPr>
          <a:xfrm>
            <a:off x="201168" y="136522"/>
            <a:ext cx="11767312" cy="6584956"/>
          </a:xfrm>
          <a:prstGeom prst="rect">
            <a:avLst/>
          </a:prstGeom>
          <a:noFill/>
          <a:effectLst>
            <a:outerShdw blurRad="40000" dist="23000" dir="5400000" rotWithShape="0">
              <a:srgbClr val="000000">
                <a:alpha val="35000"/>
              </a:srgb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47026-DFFF-3BA6-5AC5-FACF6CAAD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3</a:t>
            </a:fld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658713-3455-AF81-E23F-B15EE703C8C0}"/>
              </a:ext>
            </a:extLst>
          </p:cNvPr>
          <p:cNvSpPr txBox="1"/>
          <p:nvPr/>
        </p:nvSpPr>
        <p:spPr>
          <a:xfrm>
            <a:off x="2997198" y="1341322"/>
            <a:ext cx="6258561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Gain practical exposure to industry practices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classroom knowledge to real-world datasets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 Data Science and Data Analytics concepts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Python programming skills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business intelligence dashboards using Power BI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 data cleaning and visualization techniques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analytical and problem-solving skills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professional communication and teamwork skills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 for future career opportunities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B28AC5-045D-0EBF-F14C-550DB102C2B8}"/>
              </a:ext>
            </a:extLst>
          </p:cNvPr>
          <p:cNvSpPr txBox="1"/>
          <p:nvPr/>
        </p:nvSpPr>
        <p:spPr>
          <a:xfrm>
            <a:off x="775206" y="862642"/>
            <a:ext cx="25984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:-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BB58B-7AEE-0F2D-5DA3-D31CEB8D59E6}"/>
              </a:ext>
            </a:extLst>
          </p:cNvPr>
          <p:cNvSpPr txBox="1"/>
          <p:nvPr/>
        </p:nvSpPr>
        <p:spPr>
          <a:xfrm>
            <a:off x="2672079" y="258664"/>
            <a:ext cx="690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Industrial Training</a:t>
            </a:r>
          </a:p>
        </p:txBody>
      </p:sp>
    </p:spTree>
    <p:extLst>
      <p:ext uri="{BB962C8B-B14F-4D97-AF65-F5344CB8AC3E}">
        <p14:creationId xmlns:p14="http://schemas.microsoft.com/office/powerpoint/2010/main" val="2224149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D59DE-A33F-B8CB-E608-DA24BC6AB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70090D0-E468-07FC-D0F6-EAF8D730A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" y="6339338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94E15-6A1C-3A83-EF78-61923620A28D}"/>
              </a:ext>
            </a:extLst>
          </p:cNvPr>
          <p:cNvSpPr/>
          <p:nvPr/>
        </p:nvSpPr>
        <p:spPr>
          <a:xfrm>
            <a:off x="201168" y="136522"/>
            <a:ext cx="11767312" cy="6584956"/>
          </a:xfrm>
          <a:prstGeom prst="rect">
            <a:avLst/>
          </a:prstGeom>
          <a:noFill/>
          <a:effectLst>
            <a:outerShdw blurRad="40000" dist="23000" dir="5400000" rotWithShape="0">
              <a:srgbClr val="000000">
                <a:alpha val="35000"/>
              </a:srgb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94FCF-D2A7-6FA7-6D7C-872DB7F1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4</a:t>
            </a:fld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7339DB-1E3E-07AE-2EC5-B246EA9987E4}"/>
              </a:ext>
            </a:extLst>
          </p:cNvPr>
          <p:cNvSpPr txBox="1"/>
          <p:nvPr/>
        </p:nvSpPr>
        <p:spPr>
          <a:xfrm>
            <a:off x="1351279" y="1252771"/>
            <a:ext cx="302768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</a:p>
          <a:p>
            <a:pPr lvl="0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Seaborn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Intelligence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Power BI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Query Editor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DAX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0FBA9-AAE6-EEB4-8E68-F72D10F923B0}"/>
              </a:ext>
            </a:extLst>
          </p:cNvPr>
          <p:cNvSpPr txBox="1"/>
          <p:nvPr/>
        </p:nvSpPr>
        <p:spPr>
          <a:xfrm>
            <a:off x="2518284" y="125905"/>
            <a:ext cx="81238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Technologies, Tools &amp; Software Learned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6152D1-3470-2E76-EF69-131600C182C1}"/>
              </a:ext>
            </a:extLst>
          </p:cNvPr>
          <p:cNvSpPr txBox="1"/>
          <p:nvPr/>
        </p:nvSpPr>
        <p:spPr>
          <a:xfrm>
            <a:off x="7425944" y="1071384"/>
            <a:ext cx="27767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Tools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pPr lvl="0"/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Tools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ChatGPT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Gemini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Copilot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Word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PowerPoint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9F58291-6237-324C-6CDA-8B3532E29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6935" y="5141771"/>
            <a:ext cx="1261872" cy="1189060"/>
          </a:xfrm>
          <a:prstGeom prst="rect">
            <a:avLst/>
          </a:prstGeom>
        </p:spPr>
      </p:pic>
      <p:pic>
        <p:nvPicPr>
          <p:cNvPr id="12" name="Picture 11" descr="vscode in png format">
            <a:extLst>
              <a:ext uri="{FF2B5EF4-FFF2-40B4-BE49-F238E27FC236}">
                <a16:creationId xmlns:a16="http://schemas.microsoft.com/office/drawing/2014/main" id="{24855250-F3B5-5E16-4931-3ACABEC91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3243" y="5612930"/>
            <a:ext cx="449021" cy="336566"/>
          </a:xfrm>
          <a:prstGeom prst="rect">
            <a:avLst/>
          </a:prstGeom>
        </p:spPr>
      </p:pic>
      <p:pic>
        <p:nvPicPr>
          <p:cNvPr id="13" name="Picture 12" descr="NumPy Logo PNG Vector">
            <a:extLst>
              <a:ext uri="{FF2B5EF4-FFF2-40B4-BE49-F238E27FC236}">
                <a16:creationId xmlns:a16="http://schemas.microsoft.com/office/drawing/2014/main" id="{DDE86EF1-B163-81C1-26EA-36AB1BCF2E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5089" y="5161913"/>
            <a:ext cx="1697990" cy="1177425"/>
          </a:xfrm>
          <a:prstGeom prst="rect">
            <a:avLst/>
          </a:prstGeom>
        </p:spPr>
      </p:pic>
      <p:pic>
        <p:nvPicPr>
          <p:cNvPr id="14" name="Picture 13" descr="Pandas Logo PNG Vector">
            <a:extLst>
              <a:ext uri="{FF2B5EF4-FFF2-40B4-BE49-F238E27FC236}">
                <a16:creationId xmlns:a16="http://schemas.microsoft.com/office/drawing/2014/main" id="{0B33893E-7A1A-59BD-F028-27CB6EAB73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3767" y="5275362"/>
            <a:ext cx="1179577" cy="938893"/>
          </a:xfrm>
          <a:prstGeom prst="rect">
            <a:avLst/>
          </a:prstGeom>
        </p:spPr>
      </p:pic>
      <p:pic>
        <p:nvPicPr>
          <p:cNvPr id="15" name="Picture 14" descr="Matplotlib Logo PNG Vector">
            <a:extLst>
              <a:ext uri="{FF2B5EF4-FFF2-40B4-BE49-F238E27FC236}">
                <a16:creationId xmlns:a16="http://schemas.microsoft.com/office/drawing/2014/main" id="{C72C381D-AF45-B093-4A2E-49EB0A38C8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29071" y="5125057"/>
            <a:ext cx="1261872" cy="1261872"/>
          </a:xfrm>
          <a:prstGeom prst="rect">
            <a:avLst/>
          </a:prstGeom>
        </p:spPr>
      </p:pic>
      <p:pic>
        <p:nvPicPr>
          <p:cNvPr id="16" name="Picture 15" descr="Power BI - Microsoft Logo PNG Vector">
            <a:extLst>
              <a:ext uri="{FF2B5EF4-FFF2-40B4-BE49-F238E27FC236}">
                <a16:creationId xmlns:a16="http://schemas.microsoft.com/office/drawing/2014/main" id="{10DFF24D-21D8-F62E-B21F-CCB7417DB5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587" y="5346714"/>
            <a:ext cx="867541" cy="867541"/>
          </a:xfrm>
          <a:prstGeom prst="rect">
            <a:avLst/>
          </a:prstGeom>
        </p:spPr>
      </p:pic>
      <p:pic>
        <p:nvPicPr>
          <p:cNvPr id="17" name="Picture 16" descr="google-colab in png format">
            <a:extLst>
              <a:ext uri="{FF2B5EF4-FFF2-40B4-BE49-F238E27FC236}">
                <a16:creationId xmlns:a16="http://schemas.microsoft.com/office/drawing/2014/main" id="{1B96E174-8FB5-3145-2DE0-3A8504711E2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9678" y="5501921"/>
            <a:ext cx="750825" cy="392926"/>
          </a:xfrm>
          <a:prstGeom prst="rect">
            <a:avLst/>
          </a:prstGeom>
        </p:spPr>
      </p:pic>
      <p:pic>
        <p:nvPicPr>
          <p:cNvPr id="19" name="Picture 18" descr="Copilot Logo PNG.">
            <a:extLst>
              <a:ext uri="{FF2B5EF4-FFF2-40B4-BE49-F238E27FC236}">
                <a16:creationId xmlns:a16="http://schemas.microsoft.com/office/drawing/2014/main" id="{E033F596-DA47-E410-01E0-5E464D5A601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0627" y="4919932"/>
            <a:ext cx="1576259" cy="1576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584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53863-DB11-EDBB-D9B1-6B4B65C79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E9E656B-D36E-3B32-22A2-68FC51B1A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" y="6339338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4FCAD2-869B-443F-5983-D42C893BC9D1}"/>
              </a:ext>
            </a:extLst>
          </p:cNvPr>
          <p:cNvSpPr/>
          <p:nvPr/>
        </p:nvSpPr>
        <p:spPr>
          <a:xfrm>
            <a:off x="201168" y="136522"/>
            <a:ext cx="11767312" cy="6584956"/>
          </a:xfrm>
          <a:prstGeom prst="rect">
            <a:avLst/>
          </a:prstGeom>
          <a:noFill/>
          <a:effectLst>
            <a:outerShdw blurRad="40000" dist="23000" dir="5400000" rotWithShape="0">
              <a:srgbClr val="000000">
                <a:alpha val="35000"/>
              </a:srgb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E873D9-42A5-A728-4F84-B44E0FDFF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5E272-DEA1-8033-F03F-B2FCEEC2F30D}"/>
              </a:ext>
            </a:extLst>
          </p:cNvPr>
          <p:cNvSpPr txBox="1"/>
          <p:nvPr/>
        </p:nvSpPr>
        <p:spPr>
          <a:xfrm>
            <a:off x="5242560" y="1945106"/>
            <a:ext cx="646754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Project 1 -  Exploratory Data Analysis using Python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 generation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		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Project 2 - Power BI Multipage Dashboard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 analysis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reports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report pages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9FF685-937E-7ABC-9B20-36F964EAEB72}"/>
              </a:ext>
            </a:extLst>
          </p:cNvPr>
          <p:cNvSpPr txBox="1"/>
          <p:nvPr/>
        </p:nvSpPr>
        <p:spPr>
          <a:xfrm>
            <a:off x="2777925" y="254643"/>
            <a:ext cx="7014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Tasks and Projects Completed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139E26-6E45-BF03-7679-209A34268FEB}"/>
              </a:ext>
            </a:extLst>
          </p:cNvPr>
          <p:cNvSpPr txBox="1"/>
          <p:nvPr/>
        </p:nvSpPr>
        <p:spPr>
          <a:xfrm>
            <a:off x="681668" y="1211139"/>
            <a:ext cx="34317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Practical Tasks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95C0BF-9E9A-AA17-A64D-40ADBAE6B412}"/>
              </a:ext>
            </a:extLst>
          </p:cNvPr>
          <p:cNvSpPr txBox="1"/>
          <p:nvPr/>
        </p:nvSpPr>
        <p:spPr>
          <a:xfrm>
            <a:off x="929833" y="1874188"/>
            <a:ext cx="36961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programming exercises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Object-Oriented Programming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handling and exception handling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and preprocessing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 (EDA)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development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transformation using Power Query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 creation using Power BI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DAX calculations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580019-4360-9274-5008-97CED8891C09}"/>
              </a:ext>
            </a:extLst>
          </p:cNvPr>
          <p:cNvSpPr txBox="1"/>
          <p:nvPr/>
        </p:nvSpPr>
        <p:spPr>
          <a:xfrm>
            <a:off x="6574420" y="1211140"/>
            <a:ext cx="34317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03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CBFC8-9B78-1169-4354-EE6FD37C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69E059C-F488-B69C-CA4C-FE4CA91E52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" y="6339338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A74C1B-D463-F0DC-8FB4-E5B6C8D99C8B}"/>
              </a:ext>
            </a:extLst>
          </p:cNvPr>
          <p:cNvSpPr/>
          <p:nvPr/>
        </p:nvSpPr>
        <p:spPr>
          <a:xfrm>
            <a:off x="201168" y="136522"/>
            <a:ext cx="11767312" cy="6584956"/>
          </a:xfrm>
          <a:prstGeom prst="rect">
            <a:avLst/>
          </a:prstGeom>
          <a:noFill/>
          <a:effectLst>
            <a:outerShdw blurRad="40000" dist="23000" dir="5400000" rotWithShape="0">
              <a:srgbClr val="000000">
                <a:alpha val="35000"/>
              </a:srgb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0AE51-F77E-A4C6-D206-D9F3DC65E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6</a:t>
            </a:fld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39EEEE-22E7-70B8-5164-0AE89501207D}"/>
              </a:ext>
            </a:extLst>
          </p:cNvPr>
          <p:cNvSpPr txBox="1"/>
          <p:nvPr/>
        </p:nvSpPr>
        <p:spPr>
          <a:xfrm>
            <a:off x="7570570" y="2413337"/>
            <a:ext cx="274823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Teamwork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Management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Solving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Skills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Resume Building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Professional Grooming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830A9-D17A-11B2-757A-8C5B6D3AAAC4}"/>
              </a:ext>
            </a:extLst>
          </p:cNvPr>
          <p:cNvSpPr txBox="1"/>
          <p:nvPr/>
        </p:nvSpPr>
        <p:spPr>
          <a:xfrm>
            <a:off x="681668" y="1709848"/>
            <a:ext cx="34317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Skills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E30E41-70C8-2B10-B5F7-12D437B52F7B}"/>
              </a:ext>
            </a:extLst>
          </p:cNvPr>
          <p:cNvSpPr txBox="1"/>
          <p:nvPr/>
        </p:nvSpPr>
        <p:spPr>
          <a:xfrm>
            <a:off x="1721187" y="2308293"/>
            <a:ext cx="290024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Programming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Intelligence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Query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DAX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&amp; GitHub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Generative 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053049-5E11-8388-0214-034EB04E5204}"/>
              </a:ext>
            </a:extLst>
          </p:cNvPr>
          <p:cNvSpPr txBox="1"/>
          <p:nvPr/>
        </p:nvSpPr>
        <p:spPr>
          <a:xfrm>
            <a:off x="6887041" y="1729056"/>
            <a:ext cx="34317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Professional Skills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BA1F24-CD3D-A85E-F4EE-70013372B9D7}"/>
              </a:ext>
            </a:extLst>
          </p:cNvPr>
          <p:cNvSpPr txBox="1"/>
          <p:nvPr/>
        </p:nvSpPr>
        <p:spPr>
          <a:xfrm>
            <a:off x="3494120" y="310834"/>
            <a:ext cx="4796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Skills Acquired</a:t>
            </a:r>
          </a:p>
        </p:txBody>
      </p:sp>
    </p:spTree>
    <p:extLst>
      <p:ext uri="{BB962C8B-B14F-4D97-AF65-F5344CB8AC3E}">
        <p14:creationId xmlns:p14="http://schemas.microsoft.com/office/powerpoint/2010/main" val="3900463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506C5-C97F-D99A-B030-B36AC5428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1F843C2-4189-A9B7-B326-8ECE82E409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" y="6339338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561677-5476-D067-A3EA-8FCAA8728D96}"/>
              </a:ext>
            </a:extLst>
          </p:cNvPr>
          <p:cNvSpPr/>
          <p:nvPr/>
        </p:nvSpPr>
        <p:spPr>
          <a:xfrm>
            <a:off x="201168" y="136522"/>
            <a:ext cx="11767312" cy="6584956"/>
          </a:xfrm>
          <a:prstGeom prst="rect">
            <a:avLst/>
          </a:prstGeom>
          <a:noFill/>
          <a:effectLst>
            <a:outerShdw blurRad="40000" dist="23000" dir="5400000" rotWithShape="0">
              <a:srgbClr val="000000">
                <a:alpha val="35000"/>
              </a:srgb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ED115-B923-523B-0E5F-95BF77696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7</a:t>
            </a:fld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9040A2-4CB9-CE6A-181C-EB77C46A71EF}"/>
              </a:ext>
            </a:extLst>
          </p:cNvPr>
          <p:cNvSpPr txBox="1"/>
          <p:nvPr/>
        </p:nvSpPr>
        <p:spPr>
          <a:xfrm>
            <a:off x="3143195" y="376767"/>
            <a:ext cx="6739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413E31E-E674-5A39-6AC6-59295E9DD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393342"/>
              </p:ext>
            </p:extLst>
          </p:nvPr>
        </p:nvGraphicFramePr>
        <p:xfrm>
          <a:off x="598424" y="1478334"/>
          <a:ext cx="10972800" cy="4346826"/>
        </p:xfrm>
        <a:graphic>
          <a:graphicData uri="http://schemas.openxmlformats.org/drawingml/2006/table">
            <a:tbl>
              <a:tblPr/>
              <a:tblGrid>
                <a:gridCol w="5478285">
                  <a:extLst>
                    <a:ext uri="{9D8B030D-6E8A-4147-A177-3AD203B41FA5}">
                      <a16:colId xmlns:a16="http://schemas.microsoft.com/office/drawing/2014/main" val="2402258487"/>
                    </a:ext>
                  </a:extLst>
                </a:gridCol>
                <a:gridCol w="5494515">
                  <a:extLst>
                    <a:ext uri="{9D8B030D-6E8A-4147-A177-3AD203B41FA5}">
                      <a16:colId xmlns:a16="http://schemas.microsoft.com/office/drawing/2014/main" val="3183849"/>
                    </a:ext>
                  </a:extLst>
                </a:gridCol>
              </a:tblGrid>
              <a:tr h="5795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Challenges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Solutions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8447829"/>
                  </a:ext>
                </a:extLst>
              </a:tr>
              <a:tr h="5795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Learning new programming concepts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Regular coding practice and trainer guidance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650459"/>
                  </a:ext>
                </a:extLst>
              </a:tr>
              <a:tr h="10142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Cleaning real-world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Used Pandas for preprocessing and handling missing values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3267870"/>
                  </a:ext>
                </a:extLst>
              </a:tr>
              <a:tr h="5795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Creating interactive dashboards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Practiced Power BI visualizations and report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355245"/>
                  </a:ext>
                </a:extLst>
              </a:tr>
              <a:tr h="5795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Writing DAX formulas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Learned through practical examples and assignments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9135502"/>
                  </a:ext>
                </a:extLst>
              </a:tr>
              <a:tr h="10142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Understanding AI tools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Explored ChatGPT, Gemini, and Copilot for learning and productivity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00643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719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E99F4-EDD9-60D7-5529-EF1C0B5BC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2DDF93E-F7B0-0C4B-B770-DE4EA1A412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" y="6339338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5DD2C55-BCEB-64B9-5A7A-53EC95354175}"/>
              </a:ext>
            </a:extLst>
          </p:cNvPr>
          <p:cNvSpPr/>
          <p:nvPr/>
        </p:nvSpPr>
        <p:spPr>
          <a:xfrm>
            <a:off x="201168" y="136522"/>
            <a:ext cx="11767312" cy="6584956"/>
          </a:xfrm>
          <a:prstGeom prst="rect">
            <a:avLst/>
          </a:prstGeom>
          <a:noFill/>
          <a:effectLst>
            <a:outerShdw blurRad="40000" dist="23000" dir="5400000" rotWithShape="0">
              <a:srgbClr val="000000">
                <a:alpha val="35000"/>
              </a:srgb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DA83C-5FB9-4C74-F883-AB9D38BFD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4D6748-3F13-6827-79E3-5951CAD08CEA}"/>
              </a:ext>
            </a:extLst>
          </p:cNvPr>
          <p:cNvSpPr txBox="1"/>
          <p:nvPr/>
        </p:nvSpPr>
        <p:spPr>
          <a:xfrm>
            <a:off x="6786218" y="2713410"/>
            <a:ext cx="47961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completed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12-week industrial internship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technical and professional skills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confidence through practical assignments and projects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Understood industry workflow and project development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Strengthened career readiness in Data Analytics and Business 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E21159-0089-0B17-61AD-D9C6F4344684}"/>
              </a:ext>
            </a:extLst>
          </p:cNvPr>
          <p:cNvSpPr txBox="1"/>
          <p:nvPr/>
        </p:nvSpPr>
        <p:spPr>
          <a:xfrm>
            <a:off x="539428" y="1889258"/>
            <a:ext cx="34317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Learnings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FE11A9-5C63-8E32-0C82-FD2012802C3A}"/>
              </a:ext>
            </a:extLst>
          </p:cNvPr>
          <p:cNvSpPr txBox="1"/>
          <p:nvPr/>
        </p:nvSpPr>
        <p:spPr>
          <a:xfrm>
            <a:off x="858713" y="2713410"/>
            <a:ext cx="369618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Practical implementation of Data Science concepts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Experience with real-world datasets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programming for analysis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 development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Intelligence concepts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Data-driven decision making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Professional work culture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Industry best practices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A0B99F-3EAE-B2B7-3425-D0E1FF301819}"/>
              </a:ext>
            </a:extLst>
          </p:cNvPr>
          <p:cNvSpPr txBox="1"/>
          <p:nvPr/>
        </p:nvSpPr>
        <p:spPr>
          <a:xfrm>
            <a:off x="6504928" y="1869942"/>
            <a:ext cx="34317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Experience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042D88-62AA-FA9A-C4D0-4278B3458527}"/>
              </a:ext>
            </a:extLst>
          </p:cNvPr>
          <p:cNvSpPr txBox="1"/>
          <p:nvPr/>
        </p:nvSpPr>
        <p:spPr>
          <a:xfrm>
            <a:off x="955182" y="433155"/>
            <a:ext cx="9324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Learnings &amp; Overall Experience</a:t>
            </a:r>
          </a:p>
        </p:txBody>
      </p:sp>
    </p:spTree>
    <p:extLst>
      <p:ext uri="{BB962C8B-B14F-4D97-AF65-F5344CB8AC3E}">
        <p14:creationId xmlns:p14="http://schemas.microsoft.com/office/powerpoint/2010/main" val="733981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297D-26C3-3AAE-5315-7AF23B620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32804B-1E38-4673-314E-B740C66F7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" y="6339338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AA0F1E-79D2-FDF9-F305-73FBB3F10BCA}"/>
              </a:ext>
            </a:extLst>
          </p:cNvPr>
          <p:cNvSpPr/>
          <p:nvPr/>
        </p:nvSpPr>
        <p:spPr>
          <a:xfrm>
            <a:off x="201168" y="136522"/>
            <a:ext cx="11767312" cy="6584956"/>
          </a:xfrm>
          <a:prstGeom prst="rect">
            <a:avLst/>
          </a:prstGeom>
          <a:noFill/>
          <a:effectLst>
            <a:outerShdw blurRad="40000" dist="23000" dir="5400000" rotWithShape="0">
              <a:srgbClr val="000000">
                <a:alpha val="35000"/>
              </a:srgb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B767F-90C3-7CB6-2A9D-173246515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9</a:t>
            </a:fld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37300E-2810-8ECF-5F8A-405E1F530B76}"/>
              </a:ext>
            </a:extLst>
          </p:cNvPr>
          <p:cNvSpPr txBox="1"/>
          <p:nvPr/>
        </p:nvSpPr>
        <p:spPr>
          <a:xfrm>
            <a:off x="1641406" y="1657547"/>
            <a:ext cx="952210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achieved all internship objectives.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knowledge of Python, Data Science, and Power BI.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Gained practical experience through industry-based projects.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analytical thinking and problem-solving skills.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professional and communication skills.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internship provided a strong foundation for a career in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Science, Data Analytics, and Business Intelligence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0C5E88-70D5-0B57-6CD5-870AD7702ADF}"/>
              </a:ext>
            </a:extLst>
          </p:cNvPr>
          <p:cNvSpPr txBox="1"/>
          <p:nvPr/>
        </p:nvSpPr>
        <p:spPr>
          <a:xfrm>
            <a:off x="4425188" y="125339"/>
            <a:ext cx="299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57939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10595-F1EF-47B5-5E54-3F6511CB6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C09495-FC1D-0A7D-1599-B6A24C6A09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" y="6339338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895B1C-6CB5-6931-8719-3F2CF49905EB}"/>
              </a:ext>
            </a:extLst>
          </p:cNvPr>
          <p:cNvSpPr/>
          <p:nvPr/>
        </p:nvSpPr>
        <p:spPr>
          <a:xfrm>
            <a:off x="201168" y="136522"/>
            <a:ext cx="11767312" cy="6584956"/>
          </a:xfrm>
          <a:prstGeom prst="rect">
            <a:avLst/>
          </a:prstGeom>
          <a:noFill/>
          <a:effectLst>
            <a:outerShdw blurRad="40000" dist="23000" dir="5400000" rotWithShape="0">
              <a:srgbClr val="000000">
                <a:alpha val="35000"/>
              </a:srgb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F0CEE-0810-27E8-D4AB-58D667DF0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10</a:t>
            </a:fld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622495-0567-29EB-581A-BC021822F528}"/>
              </a:ext>
            </a:extLst>
          </p:cNvPr>
          <p:cNvSpPr txBox="1"/>
          <p:nvPr/>
        </p:nvSpPr>
        <p:spPr>
          <a:xfrm>
            <a:off x="1066800" y="2948554"/>
            <a:ext cx="100584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 &amp; Answers</a:t>
            </a:r>
          </a:p>
          <a:p>
            <a:pPr algn="ctr"/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Atharv Milind Suryavanshi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&amp; Engineering</a:t>
            </a:r>
          </a:p>
          <a:p>
            <a:pPr algn="ctr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DKTE Society's Yashwantrao Chavan Polytechnic, 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Ichalkaranji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8D6203-4722-4974-40D0-1EB40161A025}"/>
              </a:ext>
            </a:extLst>
          </p:cNvPr>
          <p:cNvSpPr txBox="1"/>
          <p:nvPr/>
        </p:nvSpPr>
        <p:spPr>
          <a:xfrm>
            <a:off x="1357401" y="1677612"/>
            <a:ext cx="93247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97327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7583</TotalTime>
  <Words>595</Words>
  <Application>Microsoft Office PowerPoint</Application>
  <PresentationFormat>Widescreen</PresentationFormat>
  <Paragraphs>190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ＭＳ Ｐゴシック</vt:lpstr>
      <vt:lpstr>Arial</vt:lpstr>
      <vt:lpstr>Calibri</vt:lpstr>
      <vt:lpstr>Times New Roman</vt:lpstr>
      <vt:lpstr>TradeGothic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Atharv Suryavanshi</cp:lastModifiedBy>
  <cp:revision>172</cp:revision>
  <dcterms:created xsi:type="dcterms:W3CDTF">2013-12-12T18:46:50Z</dcterms:created>
  <dcterms:modified xsi:type="dcterms:W3CDTF">2026-08-05T05:37:41Z</dcterms:modified>
  <cp:category/>
</cp:coreProperties>
</file>